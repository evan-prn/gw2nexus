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2188952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515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9A84C"/>
                </a:solidFill>
              </a:rPr>
              <a:t>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178308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GW2 NEXUS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6974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GW2NEXUS MOBILE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42900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communautaire web et mobile pour Guild Wars 2 — timers d'événements, profil de compte synchronisé, forum et encyclopédie d'objets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4617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0" y="4617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 Pernot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50017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50017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 — intitulé exact de la formation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53858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53858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5769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/ contexte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576986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 si applicable (projet réalisé en autonomie, historique Git du 11/03/2026 au 02/07/2026)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349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Présentation générale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GW2 Nexus (web)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GW2Nexus Mobile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Fonctionnalités (comparatif)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Architecture globale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Architecture technique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Technologies utilisées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Choix techniques (ADR)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1072" y="1463040"/>
            <a:ext cx="5349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Déroulement du projet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Méthodologie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Difficultés rencontrées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Résultats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Analyse critique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Compétences mobilisées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Perspectives d'évolution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Conclusion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Grilles d'évaluation  ·  19. Annexes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 Wars 2, le besoin et les utilisateurs ciblés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Guild Wars 2 : un univers, une communauté active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 Wars 2 (ArenaNet) est un MMORPG persistant : monde ouvert, méta-événements programmés, personnages multiples par compte.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officielle ArenaNet (api.guildwars2.com/v2) expose les données de compte, personnages, objets et statistiques du jeu.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Autour du jeu s'est construit un écosystème d'outils tiers non officiels : wiki communautaire, tableurs de timers, serveurs Discord.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outils sont dispersés, non liés au vrai compte du joueur, et demandent de jongler entre plusieurs onglets/applications.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besoin auquel répond le projet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de départ : aucun outil ne centralise à la fois le suivi des événements en temps réel, les données réelles du compte joueur et un espace d'échange communautaire.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joueurs perdent du temps à vérifier plusieurs sources pour une information simple (« le prochain world boss commence quand ? »).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existants ne se connectent pas au compte GW2 réel : impossible de savoir en un coup d'œil quels bosses ont déjà été vaincus aujourd'hui.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répond à ce besoin en connectant nativement l'API officielle ArenaNet à une plateforme communautaire moderne.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Utilisateurs cibles &amp; objectifs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Profils utilisateurs (personas)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occasionnel — timers d'événements, calendrier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investi — profil GW2, synchronisation de compte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de guilde — forum communautaire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Modérateur — outils de modération et de signalement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— back-office complet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1072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du projet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en un seul endroit ce que les joueurs cherchent au quotidien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l'API officielle ArenaNet plutôt que reconstruire les données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 espace communautaire modéré et sécurisé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base technique documentée et évolutive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l'expérience sur mobile (GW2Nexus Mobile)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4476" y="1417320"/>
            <a:ext cx="9144" cy="4663440"/>
          </a:xfrm>
          <a:prstGeom prst="rect">
            <a:avLst/>
          </a:prstGeom>
          <a:solidFill>
            <a:srgbClr val="1C1C2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 générale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existe et ce qu'il apporte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GÉNÉRALE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ce projet existe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Fini de jongler entre le wiki, les tableurs et Discord » — positionnement affiché dans le README du projet.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alternatives existantes (wiki, tableurs communautaires, bots Discord) ne sont pas liées au compte réel du joueur.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de ces solutions ne propose en même temps timers + profil + communauté modérée dans une interface unique.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vise un produit complet, pas un simple prototype : authentification robuste, sécurité des données, modération, documentation.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GÉNÉRALE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Bénéfices apportés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observé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apportée par GW2 Nexus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Suivre les world bosses sans tableur externe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Timers en direct synchronisés sur l'heure UTC officielle du jeu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Savoir si un boss a déjà été vaincu aujourd'hui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directe du compte GW2 via clé API chiffrée (AES-256)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Échanger avec la communauté en sécurité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avec catégories, modération, signalement, mentions @utilisateur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Retrouver rapidement des informations sur les objets du jeu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Encyclopédie d'objets avec recherche plein texte (Meilisearch)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Garder l'accès aux essentiels en déplacement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mobile Flutter (auth, timers, notifications)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GW2 Nexus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web — React 19 / Laravel 12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— WEB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&amp; fonctionnement général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React consommant une API REST Laravel versionnée (/api/v1/*), aucune logique métier côté client.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token Bearer (Laravel Sanctum) : inscription, connexion, réinitialisation de mot de passe.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navigateur ne contacte jamais directement l'API ArenaNet : toutes les requêtes GW2 transitent par le backend, avec cache.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rôles progressif : utilisateur → modérateur → administrateur, avec sanctions (bannissement temporaire/permanent).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4846320"/>
            <a:ext cx="3566160" cy="137160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046720" y="5074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5577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: Tableau de bord / Accueil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— WEB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Fonctionnalités principales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 &amp; profil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/ connexion / déconnexion (Sanctum)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 de la clé API GW2 (chiffrée AES-256)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Personnages, monde, nom de compte synchronisés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journalier des world bosses vaincus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1072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Communauté &amp; contenu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d'événements et world bosses en direct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: catégories, sujets, réponses, signalements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@utilisateur et chat codes GW2 dans le forum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Encyclopédie d'objets GW2 (recherche, favoris, commentaires)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4476" y="1417320"/>
            <a:ext cx="9144" cy="4663440"/>
          </a:xfrm>
          <a:prstGeom prst="rect">
            <a:avLst/>
          </a:prstGeom>
          <a:solidFill>
            <a:srgbClr val="1C1C2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— WEB · ZOOM FONCTIONNALITÉ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Zoom : l'encyclopédie d'objets GW2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module livré (branche feature/items-encyclopedia) : synchronisation par lots de 200 objets depuis /v2/items et /v2/itemstats.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Meilisearch (Laravel Scout) pour une recherche instantanée avec filtres (type, rareté, profession, poids d'armure...).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objet complète : statistiques, méthode d'obtention, favoris (mise à jour optimiste côté React), commentaires modérables.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Décodage des chat codes GW2 ([&amp;...]) côté backend (Gw2ChatCodeService) pour afficher une carte objet cliquable dans le forum.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des mentions @utilisateur et des chat codes en un seul appel groupé (staleTime 10 min) pour limiter les requêtes.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21040" y="3566160"/>
            <a:ext cx="3291840" cy="237744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32104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3920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: fiche d'un objet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— WEB · ZOOM FONCTIONNALITÉ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Zoom : forum communautaire modéré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→ sujets → réponses, avec épinglage et verrouillage réservés aux modérateurs/administrateurs.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de contenu (5 motifs : spam, insulte, harcèlement, contenu inapproprié, autre), anti-doublon et anti-auto-signalement.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 modération dédiée : traitement des signalements avec statut (résolu / rejeté) et traçabilité du modérateur.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Autocomplétion @mention et #objet dans l'éditeur de message, avec rendu enrichi (ForumContent) : mentions en gras, objets en carte cliquable.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21040" y="3566160"/>
            <a:ext cx="3291840" cy="237744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32104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3920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: fil de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— WEB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API stateless par token Bearer (Sanctum), tokens stockés sous forme de hash SHA-256 côté serveur.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 GW2 chiffrée en base via le cast Eloquent "encrypted" (AES-256, dérivé d'APP_KEY) — jamais exposée en JSON (attribut $hidden).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 en bcrypt (12 rounds) ; rate limiting sur les endpoints sensibles (login 5/min, mot de passe oublié 3/min, contact 3/10 min).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BanCheck sur toute requête authentifiée : un compte banni est bloqué immédiatement (403), même avec un token valide.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stocké en enum sur la table users, retiré du mass assignment ($fillable) pour empêcher toute élévation de privilège via l'API.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— WEB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applicatif sur les appels à l'API ArenaNet (Laravel Cache) : 60 s pour la validation de clé, 300 s pour compte/personnages/world bosses.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d'objets déportée sur Meilisearch (index dédié) plutôt que des requêtes LIKE coûteuses en MySQL.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différé des pages React (lazy + Suspense) et virtualisation des listes longues (@tanstack/react-virtual).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systématique côté API (forum, objets, utilisateurs admin) pour éviter le sur-chargement du frontend.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— WEB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Avantages &amp; limites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du compte GW2 (pas de ressaisie manuelle)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versionnée, documentée (39 documents dans docs/)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prise au sérieux dès la conception (ADR dédiées)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centralisé, accessibilité (RGAA) engagée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1072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actuelles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déploiement continu (CD) non finalisé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frontend (Vitest) et E2E (Playwright) absents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API en base de données, Redis envisagé pour la montée en charge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des rôles limitée (enum simple, pas de permissions fines)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4476" y="1417320"/>
            <a:ext cx="9144" cy="4663440"/>
          </a:xfrm>
          <a:prstGeom prst="rect">
            <a:avLst/>
          </a:prstGeom>
          <a:solidFill>
            <a:srgbClr val="1C1C24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GW2Nexus Mobile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Flutter — authentification, événements, notifications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GW2NEXUS MOBILE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&amp; fonctionnement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Flutter/Dart connectée à la même API Laravel que le site web (/api/v1/*), sans duplication de logique métier.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volontairement restreint et abouti : authentification, consultation des events/world bosses, notifications locales.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réécriture de logique serveur : le mobile consomme les endpoints déjà exposés et testés pour le web.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décrit l'app comme un « Mobile Flutter client for GW2Nexus authentication » — un module encore early-stage, complémentaire du web.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3017520"/>
            <a:ext cx="3383280" cy="292608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0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: écran de connexion mobile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GW2NEXUS MOBILE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navigation Material 3 en bas d'écran avec 3 onglets : Accueil, Événements, Profil (NavigationBar + IndexedStack).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d'accueil : résumé des events actifs/imminents et aperçu des 3 prochains départs.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Événements : liste complète avec filtres (Tous / World Bosses / Bientôt / En cours), countdown live, pull-to-refresh.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Profil : identité du compte, rôle, statut de la clé API GW2, gestion des notifications, déconnexion.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d'état par Provider (ChangeNotifier) — deux services globaux : AuthService et EventScheduleService.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GW2NEXUS MOBILE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Synchronisation avec le backend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(POST /api/v1/auth/login), session (GET /api/v1/auth/me), déconnexion (POST /api/v1/auth/logout) — mêmes endpoints que le web.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« Se souvenir de moi » : token persisté via flutter_secure_storage (Keychain/Keystore), sinon conservé en mémoire uniquement.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ApiService dédiée (package http) : timeout 20 s, messages d'erreur contextualisés (réseau, 401, 422, 500).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events/world bosses récupérée via GET /api/v1/events/schedule ; countdown et statut recalculés localement chaque seconde.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l'API configurable au build (--dart-define=API_BASE_URL), valeur par défaut adaptée à l'émulateur Android (10.0.2.2:8000).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GW2NEXUS MOBILE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Basées sur flutter_local_notifications ; demande de permission déclenchée depuis l'onglet Profil (Android 13+ : POST_NOTIFICATIONS).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de test disponible pour vérifier que les alertes fonctionnent, une fois la permission accordée.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locale unique programmée automatiquement 5 minutes avant le départ du prochain événement suivi.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Déduplication par occurrence d'événement (clé « id événement + horodatage ») pour garantir une seule alerte par départ.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4023360"/>
            <a:ext cx="3383280" cy="192024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0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: notifications &amp; profil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GW2NEXUS MOBILE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Avantages &amp; limites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 l'API existante : pas de logique métier dupliquée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sécurisé du token (flutter_secure_storage)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locales utiles sans backend push dédié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restreint mais entièrement fonctionnel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1072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actuelles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forum, pas d'encyclopédie d'objets côté mobile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d'interface d'administration/modération sur mobile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d'inscription (login sur compte déjà créé sur le web)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test (smoke test), pas de tests d'intégration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4476" y="1417320"/>
            <a:ext cx="9144" cy="4663440"/>
          </a:xfrm>
          <a:prstGeom prst="rect">
            <a:avLst/>
          </a:prstGeom>
          <a:solidFill>
            <a:srgbClr val="1C1C24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Fonctionnalités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Web / Mobile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Comparatif des fonctionnalités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005840"/>
                <a:gridCol w="6062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/ logout / session, Bearer token Sanctum partagé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mobile suppose un compte déjà créé sur le 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&amp; clé API GW2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: gestion complète ; mobile : consultation du statut uniquement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Timers World Boss /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Countdown temps réel, statut personnalisé si compte lié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d'événement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locale unique 5 min avant le départ (mobile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communautaire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Catégories, sujets, réponses, mentions, chat codes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Encyclopédie d'objets GW2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Meilisearch, favoris, commentaires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 / modération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utilisateurs, bans, signalements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globale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système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d'ensemble du système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5788152" cy="1051560"/>
          </a:xfrm>
          <a:prstGeom prst="roundRect">
            <a:avLst>
              <a:gd name="adj" fmla="val 6957"/>
            </a:avLst>
          </a:prstGeom>
          <a:solidFill>
            <a:srgbClr val="1C1C24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2704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SPA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94767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TypeScript · Zustand · TanStack Query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834640"/>
            <a:ext cx="5788152" cy="1051560"/>
          </a:xfrm>
          <a:prstGeom prst="roundRect">
            <a:avLst>
              <a:gd name="adj" fmla="val 6957"/>
            </a:avLst>
          </a:prstGeom>
          <a:solidFill>
            <a:srgbClr val="1C1C24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94436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 12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336499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· Eloquent · Form Requests · Cache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487168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 — Bearer Token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42519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16161C"/>
          </a:solidFill>
          <a:ln w="12700">
            <a:solidFill>
              <a:srgbClr val="C0A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343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709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tables métier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42519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16161C"/>
          </a:solidFill>
          <a:ln w="12700">
            <a:solidFill>
              <a:srgbClr val="C0A8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4343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ArenaNet GW2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4709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5 min · fallback gracieux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15400" y="42519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16161C"/>
          </a:solidFill>
          <a:ln w="12700">
            <a:solidFill>
              <a:srgbClr val="C0A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4343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Flutter Mobile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52560" y="4709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API REST /api/v1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ArenaNet n'est jamais appelée depuis le navigateur ou le mobile : toutes les requêtes transitent par le backend Laravel.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 de requête type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Connexion utilisateur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/auth/login (rate limit 5/min)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Auth::attempt + vérification BanCheck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Émission d'un token Sanctum (Bearer)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Retour user + token, stocké côté client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1072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profil GW2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Requête auth:sanctum → Gw2ApiService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Cache hit (5 min) → réponse immédiate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Cache miss → appel /v2/account ArenaNet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Résultat mis en cache puis renvoyé au client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4476" y="1417320"/>
            <a:ext cx="9144" cy="4663440"/>
          </a:xfrm>
          <a:prstGeom prst="rect">
            <a:avLst/>
          </a:prstGeom>
          <a:solidFill>
            <a:srgbClr val="1C1C24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Diagrammes d'architecture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formalisés dans docs/architecture/diagrammes.md (notation Mermaid) : C4 Contexte, C4 Conteneurs, C4 Composants Backend, ERD complet, séquences (authentification, synchronisation GW2), diagramme d'état de la modération forum.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49240" cy="374904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48640" y="379476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C4 — Contexte &amp; Conteneurs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08192" y="2377440"/>
            <a:ext cx="5349240" cy="374904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108192" y="379476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91072" y="42976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(ERD)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technique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services, modèles, composants, état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— BACKEND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 du backend Laravel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3685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Volumétrie constatée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d'entrée HTTP, groupés par domaine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contrôleurs (Auth, Profile, Forum, Items, Events, Contact, Admin)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Logique métier réutilisable (GW2, admin, chat codes)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services : Gw2ApiService, AdminUserService, Gw2ChatCodeService, Gw2ItemSyncService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(Eloquent)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et relations aux 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modèles (User, ProfilGw2, UserBan, Forum*, Item*)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Requests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des entrées avant traitement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requêtes de formulaire dédiées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Sérialisation JSON contrôlée (jamais de données sensibles)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resources (ex. UserMentionResource sans email)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Schéma de base versionné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migrations, de users à item_comment_reports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— FRONTEND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hook → API → UI (React)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hook personnalisé par besoin métier (ex. useItemsSearch, useForumThreads) encapsule l'appel API et la mise en cache TanStack Query.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URLs sont centralisées dans api/endpoint.ts — règle de code explicite : aucune URL en dur dans les composants.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réservé à l'état global synchrone (authStore, profileStore) ; TanStack Query gère toutes les données serveur (cache, invalidation, refetch).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 : useItemFavorite applique une mise à jour optimiste du cache (onMutate) avec rollback automatique en cas d'échec (onError).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Zustand vs TanStack Query — règle de séparation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325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donnée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 utilisé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utilisateur global (session)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(persist localStorage)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Synchrone, disponible partout sans requête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serveur (forum, profil, objets)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TanStack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Cache, invalidation, refetch automatique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d'interface local (formulaire, modale)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au composant, pas de partage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0233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explicitement documentés (docs/frontend/state-management.md) : ne jamais stocker de données serveur dans Zustand, ne jamais appeler l'API directement dans un composant.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Sécurité, stockage &amp; gestion des erreurs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Authentification &amp; stockage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Bearer : token en localStorage (web) ou secure storage (mobile)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 GW2 chiffrée AES-256 via cast Eloquent "encrypted"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Laravel (driver database) pour les appels API GW2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Meilisearch synchronisée avec MySQL (Laravel Scout)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1072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des erreurs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: intercepteur Axios global (401 → purge du token)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métier (403/422/500) gérées localement par hook/composant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: ApiException typée (réseau, timeout, HTTP, format)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: retour "null" gracieux + log si l'API GW2 échoue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4476" y="1417320"/>
            <a:ext cx="9144" cy="4663440"/>
          </a:xfrm>
          <a:prstGeom prst="rect">
            <a:avLst/>
          </a:prstGeom>
          <a:solidFill>
            <a:srgbClr val="1C1C24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utilisées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frontend, backend, mobile et infrastructure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— FRONTEND &amp; MOBILE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web &amp; mobile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51480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 ce choix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TypeScript 5.8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 web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Écosystème mature, typage statique, communauté 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&amp; dev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Démarrage et HMR très rapides vs. Webpack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global léger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minimale, pas de boilerplate Redux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TanStack Query v5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&amp; fetch serveur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Invalidation/refetch automatiques, réduit le code manuel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4 + CSS Modules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system centralisé, classes scoppées par composant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/ Dart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seul code base pour Android/iOS, hot reload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(Flutter)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simple adapté au périmètre restreint de l'app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— BACKEND &amp; INFRASTRUCTURE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infrastructure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51480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 ce choix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12 / PHP 8.4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Écosystème complet (Eloquent, Sanctum, validation, cache)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Sanctum 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API par 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 token léger, multi-client (web + mobile), sans CSRF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 relationnelle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Fiable, bien supporté, relations FK strictes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Scout + Meilisearch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full-text objets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instantanée avec filtres/facettes, sans surcharger 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(5 services)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Environnement 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Environnement reproductible : MySQL, phpMyAdmin, Mailpit, API, 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 continue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Automatise lint, tests et build à chaque push/PR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techniques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d'architecture documentées (ADR)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Décisions d'architecture (1/2)</a:t>
            </a:r>
            <a:endParaRPr lang="en-US" sz="2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97680"/>
                <a:gridCol w="3227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écartée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Sanctum en mode Bearer Token (pas cookie SPA)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consommable par plusieurs clients (web + mobile), pas de CSRF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par cookie/session — multi-client plus complexe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Chiffrement AES-256 de la clé API GW2 (cast Eloquent)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Chiffrement transparent en écriture/lecture, dérivé d'APP_KEY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en clair — risque de fuite critique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versionnée /api/v1/*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Permet une future v2 sans breaking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non versionnée — migrations risquées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Laravel (driver database) sur l'API GW2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Respecte les limites de débit ArenaNet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Appels non cachés — risque de rate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Décisions d'architecture (2/2)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97680"/>
                <a:gridCol w="3227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écartée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Rôles via enum sur users (pas de table roles)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Simplicité, pas de jointure pour un besoin encore limité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de permissions dédiée (Spatie) — envisagée pour plus tard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: suppression définitive des posts (pas de soft delete)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suppression par un modérateur doit être immédiate et invisible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delete uniforme — masquerait mal le contenu modéré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Vite en développement (/api/* → laravel:8000)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Évite les problèmes CORS/cookies en environnement 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ouvert en dev — configuration plus fragile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objets via Meilisearch (Scout)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instantanée avec facettes, sans requêtes LIKE coûteuses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SQL LIKE — performance dégradée à l'échelle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Déroulement du projet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l'amorçage à l'encyclopédie d'objets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DU PROJET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Frise chronologique</a:t>
            </a:r>
            <a:endParaRPr lang="en-US" sz="2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Événement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11–13 mars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Amorçage : monorepo Laravel + React, Docker, authentification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mars – 1 avr.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(TS, dashboard admin), events, mise en production VPS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avril – 1 juin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Interruption du projet (~2 mois)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juin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complet du projet existant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 juin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Reprise : version stabilisée + Forum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 juin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Stabilisation Phase 1 (PHP 8.4, CI squelette), World Boss, documentation /docs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juillet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qualité : CI GitHub Actions, accessibilité RGAA, correctifs responsive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juillet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Encyclopédie d'objets GW2 + mentions/chat codes forum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DU PROJET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du cycle de développement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 &amp; spécifications — docs/product/vision.md (personas, fonctionnalités, contraintes).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 — ADR documentées, schéma de base de données, diagrammes C4/ERD.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itératif — fonctionnalités livrées par domaine (auth, events, forum, admin, encyclopédie).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stabilisation — reprise structurée du projet le 2 juin 2026 après une interruption de ~2 mois.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corrections — suite PHPUnit, corrections tracées dans docs/audit/changelog-corrections.md.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accessibilité — mise en place de la CI, conformité RGAA en 3 phases (1er juillet 2026).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— environnement VPS OVHCloud, Docker Compose de 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DU PROJET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Chiffres clés du projet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39572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(toutes branches)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90138" y="155448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0138" y="169164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~3,5 mois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81578" y="239572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développement effectif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55448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1636" y="169164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23076" y="239572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versionnés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3134" y="155448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3134" y="169164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64574" y="239572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(main, develop, feature/*)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3756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" y="404164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backend (122 .php)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90138" y="320040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90138" y="333756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229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481578" y="404164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frontend (137 .ts/.tsx)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1636" y="320040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1636" y="333756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23076" y="404164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dans docs/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73134" y="320040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3134" y="333756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164574" y="404164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 base de données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029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git ls-files ; le module mobile (Flutter) est présent sur le disque mais pas encore versionné (untracked).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Méthodologie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Organisation, Git et documentation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 &amp; gestion de projet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 avec branches dédiées : main, develop, et des branches feature/* par lot fonctionnel (ex. feature/items-encyclopedia, feature/rgaa-accessibilite, feature/us-01-authentification).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de commits sémantiques (feat/fix/docs/chore/style), généralisée à partir de la phase de stabilisation (18 juin 2026).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exclus du dépôt dès l'amorçage : .env.prod retiré explicitement du tracking Git.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suivi de tâches (Trello/Notion/ClickUp…) : à compléter — non identifiables depuis le dépôt Git lui-même.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comme composant de premier ordre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documents identifiés (docs/architecture/matrice-priorite.md), 21 déjà rédigés à priorité P0/P1 complète, 18 restants classés P2/P3.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documentaire explicite : toute modification du code déclenche une vérification de la documentation associée.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d'architecture tracées sous forme d'ADR (docs/architecture/decisions-techniques.md) — le "pourquoi", pas seulement le "quoi".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correction formalisé (.claude/instructions-claude.md) : chaque étape est présentée, validée explicitement, puis appliquée et journalisée.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de corrections dédié (docs/audit/changelog-corrections.md) avec traçabilité complète, y compris des écarts assumés au workflow.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Difficultés rencontrées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réels, causes, solutions et résultats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Instabilité technique &amp; infrastructure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C1C24"/>
          </a:solidFill>
          <a:ln w="12700">
            <a:solidFill>
              <a:srgbClr val="E0B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63040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 TypeScript/Vite instable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810512"/>
            <a:ext cx="50657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8 correctifs le même jour (1er avril 2026) sur tsconfig.node.json et vite.config.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 configuration stricte mal alignée avec le build de production.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normalisation progressive des fichiers de config.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build de production stabilisé.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137160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C1C24"/>
          </a:solidFill>
          <a:ln w="12700">
            <a:solidFill>
              <a:srgbClr val="E0B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463040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Ports incohérents (frontend, MySQL)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9944" y="1810512"/>
            <a:ext cx="50657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Vite forçait 5174 mais Docker/CORS/Sanctum pointaient encore vers 5173 ; MySQL exposé sur 3307 mais référencé en 3306 hors Docker.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 évolution des ports non répercutée partout.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alignement documenté (5174 = référence).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démarrage local fiable.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C1C24"/>
          </a:solidFill>
          <a:ln w="12700">
            <a:solidFill>
              <a:srgbClr val="F06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023360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Incompatibilité PHP 8.3 vs composer.lock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4370832"/>
            <a:ext cx="50657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boucle « MySQL non disponible » trompeuse dans l'entrypoint Docker.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réelle : composer.lock exigeait PHP ≥ 8.4.1, l'image utilisait PHP 8.3 (platform_check.php échouait avant même la connexion MySQL).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FROM php:8.3-cli → php:8.4-cli.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diagnostic root-cause documenté, démarrage rétabli.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393192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C1C24"/>
          </a:solidFill>
          <a:ln w="12700">
            <a:solidFill>
              <a:srgbClr val="F06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4023360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 Eloquent vers des modèles fantômes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9944" y="4370832"/>
            <a:ext cx="50657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User.php référençait Discussion, Commentaire, Build — classes inexistantes.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 reprise du projet après ~2 mois, roadmap (guildes/builds) partiellement codée puis abandonnée.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relations orphelines retirées lors de l'audit.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risque de crash « Class not found » éliminé.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&amp; fiabilité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C1C24"/>
          </a:solidFill>
          <a:ln w="12700">
            <a:solidFill>
              <a:srgbClr val="F06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63040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Appel direct frontend → API ArenaNet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810512"/>
            <a:ext cx="50657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le frontend appelait api.guildwars2.com avec le token Sanctum (invalide pour l'API GW2).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 confusion entre deux systèmes d'authentification distincts.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ajout d'un endpoint proxy backend GET /profile/world-boss-status.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le frontend n'appelle plus jamais ArenaNet directement.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5352" y="137160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C1C24"/>
          </a:solidFill>
          <a:ln w="12700">
            <a:solidFill>
              <a:srgbClr val="E0B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463040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Clé de chiffrement invalide dans les tests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9944" y="1810512"/>
            <a:ext cx="50657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« Unsupported cipher or incorrect key length » sur les tests utilisant le chiffrement.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 un caractère « / » parasite en fin d'APP_KEY dans phpunit.xml.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correction de la clé de test.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passage de 22/23 à 23/23 tests réussis.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C1C24"/>
          </a:solidFill>
          <a:ln w="12700">
            <a:solidFill>
              <a:srgbClr val="F06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023360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Perte de données lors d'un test de modération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4370832"/>
            <a:ext cx="50657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un test PHPUnit a exécuté contre MySQL local au lieu de SQLite en mémoire.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 Docker écrit aussi dans $_SERVER, non couvert par force="true" sur les balises &lt;env&gt; seules.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ajout de balises &lt;server&gt; en complément.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incident et correctif documentés en leçon méthodologique.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393192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1C1C24"/>
          </a:solidFill>
          <a:ln w="12700">
            <a:solidFill>
              <a:srgbClr val="70AA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4023360"/>
            <a:ext cx="5065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A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Accessibilité : sidebar admin illisible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9944" y="4370832"/>
            <a:ext cx="506577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AdminLayout cassé sous 768px (non conforme WCAG 1.4.10 Reflow).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: absence de breakpoint responsive dédié.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correctif responsive ciblé pendant l'audit RGAA.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seul problème bloquant confirmé sur 4 phases d'audit accessibilité.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livré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Fonctionnalités livrées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complète (inscription, connexion, réinitialisation de mot de passe, gestion multi-device).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utilisateur avec synchronisation de compte GW2 (clé API chiffrée, personnages, statut world boss).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d'événements et world bosses en temps réel, synchronisés sur l'heure UTC officielle.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communautaire complet : catégories, sujets, réponses, modération, mentions et chat codes GW2.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Encyclopédie d'objets GW2 avec recherche plein texte, favoris et commentaires modérés.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administrateur : gestion des utilisateurs, bannissements, statistiques, modération des signalements.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Flutter fonctionnelle : authentification, événements en direct, notifications locales.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Chiffres clés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39572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 REST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90138" y="155448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0138" y="169164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/ 73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81578" y="239572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/ assertions backend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1636" y="155448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1636" y="169164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23076" y="239572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 données métier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3134" y="1554480"/>
            <a:ext cx="2567178" cy="1371600"/>
          </a:xfrm>
          <a:prstGeom prst="roundRect">
            <a:avLst>
              <a:gd name="adj" fmla="val 4000"/>
            </a:avLst>
          </a:prstGeom>
          <a:solidFill>
            <a:srgbClr val="1C1C24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3134" y="1691640"/>
            <a:ext cx="25671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64574" y="2395728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(web + mobile)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1109167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d'intégration continue opérationnel (GitHub Actions) : lint + tests backend, typecheck + lint + build frontend à chaque push/PR.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accessibilité engagée : 3 phases RGAA menées (labels ARIA, focus trap clavier, audit de contraste WCAG).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des corrections appliquées (changelog dédié), démontrant une démarche qualité assumée.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critique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forts, limites et enseignements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forts &amp; limites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forts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 code réellement appliquée (39 documents)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pensée dès la conception (chiffrement, rate limiting)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découplée claire (SPA + API stateless)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d'audit et de correction tracée et assumée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1072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actuelles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continu (CD) non finalisé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 tests inégale (frontend, mobile, encyclopédie)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mobile manquante (docs/mobile/ référencé, absent)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des rôles/permissions encore simple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4476" y="1417320"/>
            <a:ext cx="9144" cy="4663440"/>
          </a:xfrm>
          <a:prstGeom prst="rect">
            <a:avLst/>
          </a:prstGeom>
          <a:solidFill>
            <a:srgbClr val="1C1C24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qui auraient pu être différents &amp; enseignements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les tests de l'encyclopédie d'objets en même temps que la fonctionnalité, plutôt qu'après coup.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plus tôt la portée mobile pour éviter l'écart de périmètre avec le web (forum, encyclopédie absents).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Généraliser plus tôt la convention de commits sémantiques (adoptée seulement à partir de la phase de stabilisation).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 principal : une interruption de projet (~2 mois) coûte cher — l'audit du 2 juin 2026 a dû redécouvrir un état existant avant de pouvoir avancer.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 méthodologique : documenter un incident (perte de données de test) au même titre qu'une réussite renforce la fiabilité du projet.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Compétences mobilisées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et transverses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MOBILISÉES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Compétences techniques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: API REST Laravel, Eloquent, services métier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React, TypeScript, hooks, state management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: Flutter/Dart, Provider, stockage sécurisé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: conception relationnelle MySQL, migrations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1072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 &amp; exploitation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applicative (chiffrement, auth, rate limiting)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(PHPUnit), intégration continue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(branches, historique, revue de code)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 &amp; architecture (ADR, diagrammes)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4476" y="1417320"/>
            <a:ext cx="9144" cy="4663440"/>
          </a:xfrm>
          <a:prstGeom prst="rect">
            <a:avLst/>
          </a:prstGeom>
          <a:solidFill>
            <a:srgbClr val="1C1C24"/>
          </a:solidFill>
          <a:ln/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MOBILISÉES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Compétences transverses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besoin et rédaction de spécifications (personas, fonctionnalités priorisées).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Conduite d'un audit technique et priorisation des corrections (méthodique, tracée, réversible).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numérique (RGAA/WCAG) et conception d'interfaces centrées utilisateur.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écrite structurée (documentation as code) et communication orale (cette soutenance).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et posture professionnelle : rigueur documentaire, gestion des secrets, discipline de 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 d'évolution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Court, moyen et long terme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Évolutions par priorité</a:t>
            </a:r>
            <a:endParaRPr lang="en-US" sz="26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terme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Finaliser le pipeline de déploiement continu (CD) : secrets GitHub, scripts de production manquants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terme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les tests manquants : Vitest (frontend), tests dédiés à l'encyclopédie d'objets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terme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Rédiger docs/mobile/implementation-mobile.md, référencé mais absent du dépôt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 terme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Étendre le mobile : forum, encyclopédie d'objets, notifications push serveur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 terme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Vérification d'email, liaison de compte social (Discord/Google)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 terme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plein texte et formatage riche (Markdown) sur le forum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terme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 guilde (roster, rangs, recrutement)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terme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Calculateur de crafting, suivi des achievements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répond à un besoin réel de la communauté Guild Wars 2 en centralisant timers, profil de compte et espace communautaire.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couvre l'ensemble d'une chaîne applicative moderne : API sécurisée, SPA React, application mobile Flutter, documentation as code.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démarche qualité assumée (audit, corrections tracées, accessibilité, CI) démontre une capacité à faire évoluer un projet existant de façon rigoureuse.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prochaines étapes (CD, tests, extension mobile) sont identifiées et priorisées, avec une base technique et documentaire solide pour les mener.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Grilles d'évaluation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par les éléments du projet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— ORAL INTERMÉDIAIRE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Compétences transverses (10 minutes)</a:t>
            </a:r>
            <a:endParaRPr lang="en-US" sz="2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22960"/>
                <a:gridCol w="6976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 par le projet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/ GitHub collaboratif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commits tracés, branches main/develop/feature/*, secrets exclus du suivi (.env.prod)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Outils de gestion de projet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 — outil (Trello/Notion/ClickUp) non identifiable depuis le dépôt Git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Rédiger des spécifications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docs/product/vision.md (personas, besoins) + 39 documents recensés, 21 rédigés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Présenter un projet à l'oral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diaporama, architecture et choix techniques justifiés point par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Posture professionnelle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Gouvernance documentaire stricte, workflow de validation, écarts tracés explicitement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— ORAL FINAL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Compétences générales (20 minutes) — 1/2</a:t>
            </a:r>
            <a:endParaRPr lang="en-US" sz="21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731520"/>
                <a:gridCol w="4050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Concevoir une solution répondant à un besoin métier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personas identifiés (vision.md), réponse au besoin réel de centralisation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Développer une application web fonctionnelle avec un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front avancé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Laravel 12, SPA découplée, 36+ endpoints REST versionnés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Concevoir des interfaces responsives et accessibles (WCAG/ARIA)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front avancé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phases RGAA menées, useFocusTrap, jsx-a11y, correctif WCAG 1.4.10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— ORAL FINAL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Compétences générales (20 minutes) — 2/2</a:t>
            </a:r>
            <a:endParaRPr lang="en-US" sz="21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731520"/>
                <a:gridCol w="4050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Appliquer les bonnes pratiques de conception logicielle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 pratique de conception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hook→API→UI, séparation Controllers/Services/Resources, ADR documentées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Concevoir et interagir avec une BDD relationnelle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Admin. BDD, NoSQL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MySQL, 15 tables, migrations versionnées, contraintes FK/uniques, chiffrement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Développer une interface mobile Android et/ou 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Développement 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GW2Nexus Mobile (Flutter) : auth, events temps réel, notifications locales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Concevoir des interfaces intuitives centrées 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front avancé + Dév. 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system centralisé (theme.module.css), navigation mobile simplifiée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15468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874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Annexes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Arborescence, endpoints, base de données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Arborescence du projet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389120"/>
          </a:xfrm>
          <a:prstGeom prst="rect">
            <a:avLst/>
          </a:prstGeom>
          <a:solidFill>
            <a:srgbClr val="16161C"/>
          </a:solidFill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GW2Nexus/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            API Laravel 12 (app/Models, Http/Controllers, Services...)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            SPA React 19 (src/api, components, hooks, pages, store)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mobile/               Application Flutter (lib/config, models, screens, services)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docker/               Configuration Nginx / PHP annexe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                  39 documents (architecture, api, backend, frontend, ...)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.claude/               Instructions de collaboration et gouvernance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     Stack locale (5 services)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              Vitrine produit du projet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 API principaux (extrait)</a:t>
            </a:r>
            <a:endParaRPr lang="en-US" sz="26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663440"/>
                <a:gridCol w="49651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0E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/api/v1/auth/login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 (rate limit 5/min)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/api/v1/auth/me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utilisateur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/api/v1/profile/api-key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API GW2 (chiffrée AES-256)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/api/v1/events/schedule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Timers d'événements (rate limit 60/min)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/api/v1/forum/categories/{slug}/threads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/api/v1/forum/posts/{id}/reports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Signalement forum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Encyclopédie d'objets (recherche Meilisearch)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/api/v1/items/resolve-codes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Résolution de chat codes GW2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/api/v1/users/search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utilisateurs (mentions @)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/api/v1/admin/users/{id}/ban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 — bannissement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/api/v1/admin/forum/reports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E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Modération forum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0E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de la base de données (15 tables)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Compte &amp; sécurité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comptes, rôles, clé API GW2 chiffrée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profils_gw2 — données de compte synchronisées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user_bans — historique des sanctions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personal_access_tokens — tokens Sanctum (hash SHA-256)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91072" y="141732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Forum &amp; encyclopédie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91072" y="187452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forum_categories / forum_threads / forum_posts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forum_post_reports — signalements forum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/ item_stat_sets — catalogue d'objets GW2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item_favorites / item_comments / item_comment_reports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4476" y="1417320"/>
            <a:ext cx="9144" cy="4663440"/>
          </a:xfrm>
          <a:prstGeom prst="rect">
            <a:avLst/>
          </a:prstGeom>
          <a:solidFill>
            <a:srgbClr val="1C1C24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Extraits de code pertinents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backend/app/Services/Gw2ApiService.php — cache par utilisateur des appels ArenaNet (TTL 60–300 s) avec retour gracieux en cas d'erreur.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frontend/src/hooks/items/useItemFavorite.ts — mise à jour optimiste du cache TanStack Query avec rollback automatique.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frontend/src/components/forum/MentionAutocompleteTextareaComponent — détection des triggers @ et # avec suggestions flottantes.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backend/app/Services/Gw2ChatCodeService.php — décodage binaire des chat codes GW2 ([&amp;...]) au format objet.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0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mobile/lib/services/event_schedule_service.dart — calcul local du statut des événements et déduplication des notifications.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92240"/>
            <a:ext cx="11091672" cy="9144"/>
          </a:xfrm>
          <a:prstGeom prst="rect">
            <a:avLst/>
          </a:prstGeom>
          <a:solidFill>
            <a:srgbClr val="1C1C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GW2 Nexus &amp; GW2Nexus Mobile — Soutenance de projet de fin d'études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Captures supplémentaires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20440" cy="228600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back-office admin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463040"/>
            <a:ext cx="3520440" cy="228600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251960" y="21488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34840" y="26517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encyclopédie d'objets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463040"/>
            <a:ext cx="3502152" cy="228600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955280" y="214884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38160" y="26517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app mobile — événements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520440" cy="228600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4617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5120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profil GW2 synchronisé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3931920"/>
            <a:ext cx="3520440" cy="228600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251960" y="4617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34840" y="5120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forum — mentions &amp; chat codes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3931920"/>
            <a:ext cx="3502152" cy="2286000"/>
          </a:xfrm>
          <a:prstGeom prst="rect">
            <a:avLst/>
          </a:prstGeom>
          <a:solidFill>
            <a:srgbClr val="16161C"/>
          </a:solidFill>
          <a:ln w="12700">
            <a:solidFill>
              <a:srgbClr val="C9A84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955280" y="461772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38160" y="512064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: app mobile — profil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GW2 Nexus &amp; GW2Nexus Mobile — Soutenance de projet</dc:title>
  <dc:subject>PptxGenJS Presentation</dc:subject>
  <dc:creator>Evan Pernot</dc:creator>
  <cp:lastModifiedBy>Evan Pernot</cp:lastModifiedBy>
  <cp:revision>1</cp:revision>
  <dcterms:created xsi:type="dcterms:W3CDTF">2026-07-02T07:02:40Z</dcterms:created>
  <dcterms:modified xsi:type="dcterms:W3CDTF">2026-07-02T07:02:40Z</dcterms:modified>
</cp:coreProperties>
</file>